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59"/>
  </p:normalViewPr>
  <p:slideViewPr>
    <p:cSldViewPr snapToGrid="0" snapToObjects="1">
      <p:cViewPr varScale="1">
        <p:scale>
          <a:sx n="105" d="100"/>
          <a:sy n="105" d="100"/>
        </p:scale>
        <p:origin x="74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09728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A365D"/>
                </a:solidFill>
              </a:defRPr>
            </a:pPr>
            <a:r>
              <a:t>Проект дипломной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rPr dirty="0" err="1"/>
              <a:t>Собственная</a:t>
            </a:r>
            <a:r>
              <a:rPr dirty="0"/>
              <a:t> </a:t>
            </a:r>
            <a:r>
              <a:rPr dirty="0" err="1"/>
              <a:t>торговая</a:t>
            </a:r>
            <a:r>
              <a:rPr dirty="0"/>
              <a:t> </a:t>
            </a:r>
            <a:r>
              <a:rPr dirty="0" err="1"/>
              <a:t>марка</a:t>
            </a:r>
            <a:r>
              <a:rPr dirty="0"/>
              <a:t> (СТМ) </a:t>
            </a:r>
            <a:r>
              <a:rPr dirty="0" err="1"/>
              <a:t>автомоторных</a:t>
            </a:r>
            <a:r>
              <a:rPr dirty="0"/>
              <a:t> </a:t>
            </a:r>
            <a:r>
              <a:rPr dirty="0" err="1"/>
              <a:t>масёл</a:t>
            </a:r>
            <a:endParaRPr dirty="0"/>
          </a:p>
          <a:p>
            <a:pPr algn="ctr"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rPr dirty="0" err="1"/>
              <a:t>География</a:t>
            </a:r>
            <a:r>
              <a:rPr dirty="0"/>
              <a:t>: РФ, </a:t>
            </a:r>
            <a:r>
              <a:rPr dirty="0" err="1"/>
              <a:t>европейская</a:t>
            </a:r>
            <a:r>
              <a:rPr dirty="0"/>
              <a:t> </a:t>
            </a:r>
            <a:r>
              <a:rPr dirty="0" err="1"/>
              <a:t>часть</a:t>
            </a:r>
            <a:endParaRPr dirty="0"/>
          </a:p>
          <a:p>
            <a:pPr algn="ctr"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rPr dirty="0" err="1"/>
              <a:t>этапы</a:t>
            </a:r>
            <a:r>
              <a:rPr dirty="0"/>
              <a:t> 0</a:t>
            </a:r>
            <a:r>
              <a:rPr lang="en-US" dirty="0"/>
              <a:t>-</a:t>
            </a:r>
            <a:r>
              <a:rPr dirty="0"/>
              <a:t>7</a:t>
            </a:r>
            <a:endParaRPr lang="ru-RU" dirty="0"/>
          </a:p>
          <a:p>
            <a:pPr algn="ctr"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529382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rPr dirty="0" err="1"/>
              <a:t>Этапы</a:t>
            </a:r>
            <a:r>
              <a:rPr dirty="0"/>
              <a:t> 0</a:t>
            </a:r>
            <a:r>
              <a:rPr lang="en-US" dirty="0"/>
              <a:t>-</a:t>
            </a:r>
            <a:r>
              <a:rPr dirty="0"/>
              <a:t>7 (</a:t>
            </a:r>
            <a:r>
              <a:rPr dirty="0" err="1"/>
              <a:t>содержание</a:t>
            </a:r>
            <a:r>
              <a:rPr dirty="0"/>
              <a:t> + </a:t>
            </a:r>
            <a:r>
              <a:rPr dirty="0" err="1"/>
              <a:t>синтез</a:t>
            </a:r>
            <a:r>
              <a:rPr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rPr dirty="0"/>
              <a:t>0 </a:t>
            </a:r>
            <a:r>
              <a:rPr lang="en-US" dirty="0"/>
              <a:t>-</a:t>
            </a:r>
            <a:r>
              <a:rPr dirty="0"/>
              <a:t> </a:t>
            </a:r>
            <a:r>
              <a:rPr dirty="0" err="1"/>
              <a:t>декомпозиция</a:t>
            </a:r>
            <a:r>
              <a:rPr dirty="0"/>
              <a:t> </a:t>
            </a:r>
            <a:r>
              <a:rPr dirty="0" err="1"/>
              <a:t>диплома</a:t>
            </a:r>
            <a:r>
              <a:rPr dirty="0"/>
              <a:t>, </a:t>
            </a:r>
            <a:r>
              <a:rPr dirty="0" err="1"/>
              <a:t>дорожная</a:t>
            </a:r>
            <a:r>
              <a:rPr dirty="0"/>
              <a:t> </a:t>
            </a:r>
            <a:r>
              <a:rPr dirty="0" err="1"/>
              <a:t>карта</a:t>
            </a:r>
            <a:endParaRPr dirty="0"/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rPr dirty="0"/>
              <a:t>1 </a:t>
            </a:r>
            <a:r>
              <a:rPr lang="en-US" dirty="0"/>
              <a:t>-</a:t>
            </a:r>
            <a:r>
              <a:rPr dirty="0"/>
              <a:t> </a:t>
            </a:r>
            <a:r>
              <a:rPr dirty="0" err="1"/>
              <a:t>мета-промпт</a:t>
            </a:r>
            <a:r>
              <a:rPr dirty="0"/>
              <a:t> DR (</a:t>
            </a:r>
            <a:r>
              <a:rPr dirty="0" err="1"/>
              <a:t>GPToracle</a:t>
            </a:r>
            <a:r>
              <a:rPr dirty="0"/>
              <a:t> + </a:t>
            </a:r>
            <a:r>
              <a:rPr dirty="0" err="1"/>
              <a:t>протокол</a:t>
            </a:r>
            <a:r>
              <a:rPr dirty="0"/>
              <a:t> </a:t>
            </a:r>
            <a:r>
              <a:rPr dirty="0" err="1"/>
              <a:t>аналитика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rPr dirty="0"/>
              <a:t>2</a:t>
            </a:r>
            <a:r>
              <a:rPr lang="en-US" dirty="0"/>
              <a:t>-</a:t>
            </a:r>
            <a:r>
              <a:rPr dirty="0"/>
              <a:t>3 </a:t>
            </a:r>
            <a:r>
              <a:rPr lang="en-US" dirty="0"/>
              <a:t>–</a:t>
            </a:r>
            <a:r>
              <a:rPr dirty="0"/>
              <a:t> DR</a:t>
            </a:r>
            <a:r>
              <a:rPr lang="en-US" dirty="0"/>
              <a:t>*</a:t>
            </a:r>
            <a:r>
              <a:rPr dirty="0"/>
              <a:t>: </a:t>
            </a:r>
            <a:r>
              <a:rPr dirty="0" err="1"/>
              <a:t>доли</a:t>
            </a:r>
            <a:r>
              <a:rPr dirty="0"/>
              <a:t> </a:t>
            </a:r>
            <a:r>
              <a:rPr dirty="0" err="1"/>
              <a:t>рынка</a:t>
            </a:r>
            <a:r>
              <a:rPr dirty="0"/>
              <a:t> 2022–2026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спрос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вязкостям</a:t>
            </a:r>
            <a:endParaRPr dirty="0"/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rPr dirty="0"/>
              <a:t>4 </a:t>
            </a:r>
            <a:r>
              <a:rPr lang="en-US" dirty="0"/>
              <a:t>-</a:t>
            </a:r>
            <a:r>
              <a:rPr dirty="0"/>
              <a:t> </a:t>
            </a:r>
            <a:r>
              <a:rPr dirty="0" err="1"/>
              <a:t>упаковка</a:t>
            </a:r>
            <a:r>
              <a:rPr dirty="0"/>
              <a:t> </a:t>
            </a:r>
            <a:r>
              <a:rPr dirty="0" err="1"/>
              <a:t>конкурентов</a:t>
            </a:r>
            <a:r>
              <a:rPr dirty="0"/>
              <a:t>: PGMM + ODSA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rPr dirty="0"/>
              <a:t>5 </a:t>
            </a:r>
            <a:r>
              <a:rPr lang="en-US" dirty="0"/>
              <a:t>-</a:t>
            </a:r>
            <a:r>
              <a:rPr dirty="0"/>
              <a:t> </a:t>
            </a:r>
            <a:r>
              <a:rPr dirty="0" err="1"/>
              <a:t>название</a:t>
            </a:r>
            <a:r>
              <a:rPr dirty="0"/>
              <a:t> СТМ: DDx + ODSA + </a:t>
            </a: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знака</a:t>
            </a:r>
            <a:r>
              <a:rPr lang="en-US" dirty="0"/>
              <a:t> </a:t>
            </a:r>
            <a:endParaRPr dirty="0"/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rPr dirty="0"/>
              <a:t>6 </a:t>
            </a:r>
            <a:r>
              <a:rPr lang="en-US" dirty="0"/>
              <a:t>-</a:t>
            </a:r>
            <a:r>
              <a:rPr dirty="0"/>
              <a:t> </a:t>
            </a:r>
            <a:r>
              <a:rPr dirty="0" err="1"/>
              <a:t>эскиз</a:t>
            </a:r>
            <a:r>
              <a:rPr dirty="0"/>
              <a:t> </a:t>
            </a:r>
            <a:r>
              <a:rPr dirty="0" err="1"/>
              <a:t>упаковки</a:t>
            </a:r>
            <a:r>
              <a:rPr lang="ru-RU" dirty="0"/>
              <a:t>, этикетки</a:t>
            </a:r>
            <a:r>
              <a:rPr dirty="0"/>
              <a:t> (</a:t>
            </a:r>
            <a:r>
              <a:rPr dirty="0" err="1"/>
              <a:t>графические</a:t>
            </a:r>
            <a:r>
              <a:rPr dirty="0"/>
              <a:t> ИИ)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rPr dirty="0"/>
              <a:t>7 </a:t>
            </a:r>
            <a:r>
              <a:rPr lang="en-US" dirty="0"/>
              <a:t>-</a:t>
            </a:r>
            <a:r>
              <a:rPr dirty="0"/>
              <a:t> </a:t>
            </a:r>
            <a:r>
              <a:rPr dirty="0" err="1"/>
              <a:t>синтез</a:t>
            </a:r>
            <a:r>
              <a:rPr dirty="0"/>
              <a:t>: </a:t>
            </a:r>
            <a:r>
              <a:rPr dirty="0" err="1"/>
              <a:t>позиционирование</a:t>
            </a:r>
            <a:r>
              <a:rPr dirty="0"/>
              <a:t> СТМ, </a:t>
            </a:r>
            <a:r>
              <a:rPr dirty="0" err="1"/>
              <a:t>выводы</a:t>
            </a:r>
            <a:r>
              <a:rPr dirty="0"/>
              <a:t>, </a:t>
            </a:r>
            <a:r>
              <a:rPr dirty="0" err="1"/>
              <a:t>методология</a:t>
            </a:r>
            <a:r>
              <a:rPr dirty="0"/>
              <a:t>, </a:t>
            </a:r>
            <a:r>
              <a:rPr lang="ru-RU" dirty="0"/>
              <a:t>юридические </a:t>
            </a:r>
            <a:r>
              <a:rPr dirty="0" err="1"/>
              <a:t>норматив</a:t>
            </a:r>
            <a:r>
              <a:rPr lang="ru-RU" dirty="0"/>
              <a:t>ы</a:t>
            </a:r>
            <a:r>
              <a:rPr dirty="0"/>
              <a:t> РФ/ЕАЭС</a:t>
            </a:r>
            <a:endParaRPr lang="en-US" dirty="0"/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rPr lang="en-US" dirty="0"/>
              <a:t>*</a:t>
            </a:r>
            <a:r>
              <a:rPr lang="ru-RU" dirty="0"/>
              <a:t>Все </a:t>
            </a:r>
            <a:r>
              <a:rPr lang="en-US" dirty="0"/>
              <a:t>DR </a:t>
            </a:r>
            <a:r>
              <a:rPr lang="ru-RU" dirty="0"/>
              <a:t>декомпозировать</a:t>
            </a:r>
            <a:endParaRPr dirty="0"/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rPr lang="ru-RU" dirty="0"/>
              <a:t>Использование п</a:t>
            </a:r>
            <a:r>
              <a:rPr dirty="0" err="1"/>
              <a:t>ротокол</a:t>
            </a:r>
            <a:r>
              <a:rPr lang="ru-RU" dirty="0"/>
              <a:t>а</a:t>
            </a:r>
            <a:r>
              <a:rPr dirty="0"/>
              <a:t> </a:t>
            </a:r>
            <a:r>
              <a:rPr dirty="0" err="1"/>
              <a:t>аналитика</a:t>
            </a:r>
            <a:r>
              <a:rPr dirty="0"/>
              <a:t> </a:t>
            </a:r>
            <a:r>
              <a:rPr lang="en-US" dirty="0"/>
              <a:t>-</a:t>
            </a:r>
            <a:r>
              <a:rPr dirty="0"/>
              <a:t> </a:t>
            </a:r>
            <a:r>
              <a:rPr dirty="0" err="1"/>
              <a:t>отдельно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каждый</a:t>
            </a:r>
            <a:r>
              <a:rPr dirty="0"/>
              <a:t> </a:t>
            </a:r>
            <a:r>
              <a:rPr dirty="0" err="1"/>
              <a:t>крупный</a:t>
            </a:r>
            <a:r>
              <a:rPr dirty="0"/>
              <a:t> </a:t>
            </a:r>
            <a:r>
              <a:rPr dirty="0" err="1"/>
              <a:t>артефакт</a:t>
            </a:r>
            <a:r>
              <a:rPr dirty="0"/>
              <a:t> (DR, PGMM, </a:t>
            </a:r>
            <a:r>
              <a:rPr lang="en-US" dirty="0"/>
              <a:t>ODSA</a:t>
            </a:r>
            <a:r>
              <a:rPr dirty="0"/>
              <a:t>…)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129</Words>
  <Application>Microsoft Macintosh PowerPoint</Application>
  <PresentationFormat>Широкоэкранный</PresentationFormat>
  <Paragraphs>15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Юрий Валиев</cp:lastModifiedBy>
  <cp:revision>7</cp:revision>
  <dcterms:created xsi:type="dcterms:W3CDTF">2013-01-27T09:14:16Z</dcterms:created>
  <dcterms:modified xsi:type="dcterms:W3CDTF">2026-05-27T08:30:05Z</dcterms:modified>
  <cp:category/>
</cp:coreProperties>
</file>